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6407"/>
          </a:xfrm>
        </p:spPr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Sales –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Customer Demographics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👩 Women contribute 64% of sales vs Men 36%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🎯 Age group 30–49 yrs contributes ~50%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52859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Top Performing States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📍 Maharashtra: 2.99M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📍 Karnataka: 2.65M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📍 Uttar Pradesh: 2.10M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Telangana &amp; Tamil Nadu also contribute significantly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16129" y="1293925"/>
            <a:ext cx="42278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Sales Channels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🛒 Amazon: 35%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🛒 Myntra: 23%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🛒 Flipkart: 22%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Others (Ajio, </a:t>
            </a:r>
            <a:r>
              <a:rPr dirty="0" err="1"/>
              <a:t>Meesho</a:t>
            </a:r>
            <a:r>
              <a:rPr dirty="0"/>
              <a:t>, Nalli): &lt;10%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8477" y="2649879"/>
            <a:ext cx="381983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Order Status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📦 Delivered: 92%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❌ Cancelled: 3%, Returned: 3%, Refunded: 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540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Sales Trend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📈 Peak sales in March (~1.95M)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📉 Lowest sales in Nov–Dec (~1.6M)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98061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Recommendations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🎯 Focus on women (30–49 yrs) in Maharashtra, Karnataka &amp; UP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💡 Prioritize ads/offers on Amazon, Myntra, Flipkart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📊 Launch festive/Q4 campaigns to boost sales</a:t>
            </a:r>
          </a:p>
          <a:p>
            <a:pPr>
              <a:defRPr sz="1600">
                <a:solidFill>
                  <a:srgbClr val="3C3C3C"/>
                </a:solidFill>
              </a:defRPr>
            </a:pPr>
            <a:r>
              <a:rPr dirty="0"/>
              <a:t>✅ Reduce cancellations with better size guides &amp; QC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</Words>
  <Application>Microsoft Office PowerPoint</Application>
  <PresentationFormat>On-screen Show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Sales – Executive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 LAPTOP</dc:creator>
  <cp:keywords/>
  <dc:description>generated using python-pptx</dc:description>
  <cp:lastModifiedBy>Savar Bajiya</cp:lastModifiedBy>
  <cp:revision>2</cp:revision>
  <dcterms:created xsi:type="dcterms:W3CDTF">2013-01-27T09:14:16Z</dcterms:created>
  <dcterms:modified xsi:type="dcterms:W3CDTF">2025-09-03T11:11:49Z</dcterms:modified>
  <cp:category/>
</cp:coreProperties>
</file>